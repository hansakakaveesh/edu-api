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FA2F8-5E45-7495-47E0-01831EFC6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FB0CB-7A8D-D93E-9AC8-CD5E660EC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72B8E-995A-651D-0011-6717CF294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5B221-67A6-1B1E-A258-96C2FC31F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84F6C-82D8-73B9-EA71-EC3A78328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24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16A1A-A865-962B-6F64-0D223A884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916A6-1803-0750-FA3C-713CC4A1C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83B4B-E908-B386-0468-BC2F9D19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6AC06-76CA-4BDB-B8B3-5D1202E47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FECEF-F4E9-785F-5344-DF50052D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46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EB7A-2CF2-B559-5BD7-E60119C5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2FBE5-61F9-DEFF-0594-22840C7C5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B62E-886F-0257-7DA7-292C79285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7D03E-E6BD-BEE6-A588-D8CED0C77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29371-B9B6-FD21-52AB-8AC324ED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56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4212A-CCAC-5930-331A-8C307B48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0C8CC-F42E-CE7F-9154-3E8D16D59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09A0F-0F5D-11C8-A8F4-DA97A5913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D4002-6537-3AD4-08C9-ED0849D6B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C35E1-B336-6258-B266-8A9BD3CF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F9A5E-2E3C-CB5C-953A-3478281E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51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C72C1-9B78-EAA1-2C0A-1448FB351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251F9-9682-3A63-FA1A-C3506F44C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C74F4-0515-A089-06EC-C8B2AEE15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B951C0-F42A-A1D6-06DE-388EE80D8F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B8A155-12F6-E0A9-C4AA-83E9981B9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96B2EC-A564-D1E6-E194-05B7CDDB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0A91C1-0E21-4E62-E17E-3191FCEAA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84238-34A7-F791-61C9-1D3B80189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493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3518B-16E6-1346-1AE0-B85EA97B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EFAC2E-2286-73A3-BCA9-9137ED27D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274257-EDFB-1BE1-0C70-93FFCA59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3A7B8-60A3-FD52-685F-61A321DB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92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03B28D-8CEE-48FE-BF77-231FA13C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32DE78-8A64-547C-14F4-4BE68CBA4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589D5-67D9-B0FA-F7C8-3769CBF46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BA7D-ED56-4673-2448-384FE8543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7A06F-4F33-50BD-135F-7C0145631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1C777-F441-0DF8-0DEC-1DE571A7E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7D115-169C-A984-AE2B-DDA9EEC6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0EB3F-B973-0AEE-8CEE-D99A20443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8C637-E540-AA37-5607-B2D14357E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68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BCE3A-79C9-BF7B-6C23-BA441BC47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071E93-9797-AD9C-F9B9-C630D1E8C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2F721-855C-60AC-A416-11072A818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5F236-DEBF-3C20-A6B7-1DAE57824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87307-8528-90D8-EEF8-FA810A48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DBFB2-317E-A47C-5B5F-69A84AAF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96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D9605-0487-A5ED-38A5-681B8CDC7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FF8B0-8E20-CD05-36D8-60E3086FE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35712-7E78-DF66-A35B-AF3D841CC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E147D-1114-F831-BF2D-E5AE7B6BF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80819-51C6-9724-697C-E61337B8B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1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1609C2-FA23-2251-AD5A-15D0BBC1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D5C2A-B61E-0446-B34E-6287AA55C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6EEBD-DB17-B158-E6CD-E291E8A11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C8BDD-38ED-75F3-724C-306281EBB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D2F9C-52AF-D061-2671-84E3200E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0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471481-20AB-D114-17EC-F9BC70CEC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09179-6EFC-64E8-FEF4-47D9C1BE0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9CAD4-CE35-3D53-90D4-C21268EFB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36193-EDE3-4BB5-AE5F-E6E5472AB8BE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E13EA-0719-CDCF-8FEF-6AA56C34D9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A623B-E96C-66FB-10A3-001872126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2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eb of dots connected">
            <a:extLst>
              <a:ext uri="{FF2B5EF4-FFF2-40B4-BE49-F238E27FC236}">
                <a16:creationId xmlns:a16="http://schemas.microsoft.com/office/drawing/2014/main" id="{CB538311-6FC2-0D83-3FF7-D6089011B12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20003" r="442"/>
          <a:stretch>
            <a:fillRect/>
          </a:stretch>
        </p:blipFill>
        <p:spPr>
          <a:xfrm>
            <a:off x="-1" y="-31955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B0C8E-95AD-7CE3-BEA6-3AC6630D1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556" y="2635045"/>
            <a:ext cx="10490886" cy="1095873"/>
          </a:xfrm>
          <a:noFill/>
        </p:spPr>
        <p:txBody>
          <a:bodyPr anchor="b">
            <a:noAutofit/>
          </a:bodyPr>
          <a:lstStyle/>
          <a:p>
            <a:r>
              <a:rPr lang="en-US" sz="4800" b="1" u="sng" dirty="0"/>
              <a:t>Unit 01 Principles of Chemistry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056328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77448-E26E-9ED1-154C-B383E4801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624" y="510738"/>
            <a:ext cx="10962751" cy="403176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/>
              <a:t>1</a:t>
            </a:r>
            <a:r>
              <a:rPr lang="en-US"/>
              <a:t>  </a:t>
            </a:r>
            <a:r>
              <a:rPr lang="en-US" b="1" u="sng"/>
              <a:t>States of Matter</a:t>
            </a:r>
            <a:endParaRPr lang="en-US"/>
          </a:p>
          <a:p>
            <a:pPr marL="0" indent="0">
              <a:buNone/>
            </a:pPr>
            <a:r>
              <a:rPr lang="en-US" b="1" u="sng"/>
              <a:t> 1.1 Arrangements of particles ;</a:t>
            </a:r>
            <a:endParaRPr lang="en-US"/>
          </a:p>
          <a:p>
            <a:pPr marL="0" indent="0">
              <a:buNone/>
            </a:pPr>
            <a:endParaRPr lang="en-US" b="1" u="sng"/>
          </a:p>
          <a:p>
            <a:pPr marL="0" indent="0">
              <a:buNone/>
            </a:pPr>
            <a:r>
              <a:rPr lang="en-US" b="1" u="sng"/>
              <a:t>Solid</a:t>
            </a:r>
            <a:endParaRPr lang="en-US"/>
          </a:p>
          <a:p>
            <a:r>
              <a:rPr lang="en-US"/>
              <a:t>Particles are arranged regularly, packed closely together.</a:t>
            </a:r>
          </a:p>
          <a:p>
            <a:r>
              <a:rPr lang="en-US"/>
              <a:t>Only vibrates in fixed positions.</a:t>
            </a:r>
          </a:p>
          <a:p>
            <a:r>
              <a:rPr lang="en-US"/>
              <a:t>Have strong attraction of force to keep the particles together.</a:t>
            </a:r>
          </a:p>
          <a:p>
            <a:r>
              <a:rPr lang="en-US"/>
              <a:t>The particles in a solid have less kinetic energy than liquid and gas.</a:t>
            </a:r>
            <a:br>
              <a:rPr lang="en-US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3B229F-F79F-C532-2FCB-69ADA0C16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24" y="4542503"/>
            <a:ext cx="4831583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094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57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Unit 01 Principles of Chemistry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Hansaka Kaveesh Wijesinghe</dc:creator>
  <cp:lastModifiedBy>Hansaka Kaveesh Wijesinghe</cp:lastModifiedBy>
  <cp:revision>1</cp:revision>
  <dcterms:created xsi:type="dcterms:W3CDTF">2026-01-13T01:19:53Z</dcterms:created>
  <dcterms:modified xsi:type="dcterms:W3CDTF">2026-01-13T01:30:13Z</dcterms:modified>
</cp:coreProperties>
</file>