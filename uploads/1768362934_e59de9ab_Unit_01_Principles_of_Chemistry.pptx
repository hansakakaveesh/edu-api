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335F-2FBF-421A-92EA-53F160D608F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CA239-8177-4DA4-B136-B033D0E7B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99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A2F8-5E45-7495-47E0-01831EFC6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FB0CB-7A8D-D93E-9AC8-CD5E660EC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2B8E-995A-651D-0011-6717CF29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2AF6-4087-48F1-AB9F-9F36B090A6A0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5B221-67A6-1B1E-A258-96C2FC31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84F6C-82D8-73B9-EA71-EC3A7832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2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6A1A-A865-962B-6F64-0D223A88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916A6-1803-0750-FA3C-713CC4A1C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83B4B-E908-B386-0468-BC2F9D19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6A33-978F-44DE-B42F-C7824AE94449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AC06-76CA-4BDB-B8B3-5D1202E4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FECEF-F4E9-785F-5344-DF50052D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4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EB7A-2CF2-B559-5BD7-E60119C5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2FBE5-61F9-DEFF-0594-22840C7C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B62E-886F-0257-7DA7-292C7928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A97E9-68E7-4060-899B-276553862357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7D03E-E6BD-BEE6-A588-D8CED0C7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29371-B9B6-FD21-52AB-8AC324E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212A-CCAC-5930-331A-8C307B48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0C8CC-F42E-CE7F-9154-3E8D16D59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09A0F-0F5D-11C8-A8F4-DA97A5913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D4002-6537-3AD4-08C9-ED0849D6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33927-09D3-4535-8A27-7718B31E1BCC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C35E1-B336-6258-B266-8A9BD3CF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F9A5E-2E3C-CB5C-953A-3478281E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72C1-9B78-EAA1-2C0A-1448FB35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251F9-9682-3A63-FA1A-C3506F44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C74F4-0515-A089-06EC-C8B2AEE15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951C0-F42A-A1D6-06DE-388EE80D8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8A155-12F6-E0A9-C4AA-83E9981B9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6B2EC-A564-D1E6-E194-05B7CDDB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8A64-974B-4618-858F-F16F754AB9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A91C1-0E21-4E62-E17E-3191FCEA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84238-34A7-F791-61C9-1D3B8018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9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518B-16E6-1346-1AE0-B85EA97B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FAC2E-2286-73A3-BCA9-9137ED27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117E-3BF2-496D-9268-9D54DCD30E5C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74257-EDFB-1BE1-0C70-93FFCA59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3A7B8-60A3-FD52-685F-61A321DB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2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3B28D-8CEE-48FE-BF77-231FA13C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9B27-20DE-4CAE-AAAB-D49F5DDE43DE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2DE78-8A64-547C-14F4-4BE68CBA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89D5-67D9-B0FA-F7C8-3769CBF4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A7D-ED56-4673-2448-384FE854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7A06F-4F33-50BD-135F-7C014563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1C777-F441-0DF8-0DEC-1DE571A7E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7D115-169C-A984-AE2B-DDA9EEC6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9A9C-CF87-464E-9569-56FB2714CFD6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0EB3F-B973-0AEE-8CEE-D99A2044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8C637-E540-AA37-5607-B2D14357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6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CE3A-79C9-BF7B-6C23-BA441BC4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71E93-9797-AD9C-F9B9-C630D1E8C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2F721-855C-60AC-A416-11072A818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5F236-DEBF-3C20-A6B7-1DAE5782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0C85-5D43-43B6-806B-9A8732772334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87307-8528-90D8-EEF8-FA810A48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DBFB2-317E-A47C-5B5F-69A84AAF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9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9605-0487-A5ED-38A5-681B8CDC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FF8B0-8E20-CD05-36D8-60E3086FE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5712-7E78-DF66-A35B-AF3D841C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CA656-65FF-41C7-A17C-2ED19AC47416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147D-1114-F831-BF2D-E5AE7B6B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0819-51C6-9724-697C-E61337B8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1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609C2-FA23-2251-AD5A-15D0BBC1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D5C2A-B61E-0446-B34E-6287AA55C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6EEBD-DB17-B158-E6CD-E291E8A1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6A40E-1656-469D-8EF9-E0AE3616B480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8BDD-38ED-75F3-724C-306281EB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D2F9C-52AF-D061-2671-84E3200E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0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71481-20AB-D114-17EC-F9BC70CE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09179-6EFC-64E8-FEF4-47D9C1BE0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9CAD4-CE35-3D53-90D4-C21268EFB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11208-7C61-4D68-8580-644138692C3D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E13EA-0719-CDCF-8FEF-6AA56C34D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Synapz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623B-E96C-66FB-10A3-001872126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CB538311-6FC2-0D83-3FF7-D6089011B1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0003" r="442"/>
          <a:stretch>
            <a:fillRect/>
          </a:stretch>
        </p:blipFill>
        <p:spPr>
          <a:xfrm>
            <a:off x="-1" y="-31955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B0C8E-95AD-7CE3-BEA6-3AC6630D1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556" y="2635045"/>
            <a:ext cx="10490886" cy="1095873"/>
          </a:xfrm>
          <a:noFill/>
        </p:spPr>
        <p:txBody>
          <a:bodyPr anchor="b">
            <a:noAutofit/>
          </a:bodyPr>
          <a:lstStyle/>
          <a:p>
            <a:r>
              <a:rPr lang="en-US" sz="4800" b="1" u="sng" dirty="0"/>
              <a:t>Unit 01 Principles of Chemistry</a:t>
            </a:r>
            <a:endParaRPr lang="en-US" sz="48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7D85-829A-E651-E9A4-A436400C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Synapz</a:t>
            </a:r>
            <a:r>
              <a:rPr lang="en-US" dirty="0"/>
              <a:t> - Unit 01 Principles of Chemistry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CBDB2-C31C-AF63-B878-745170C1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2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7448-E26E-9ED1-154C-B383E4801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24" y="335870"/>
            <a:ext cx="10962751" cy="403176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1</a:t>
            </a:r>
            <a:r>
              <a:rPr lang="en-US" dirty="0"/>
              <a:t>  </a:t>
            </a:r>
            <a:r>
              <a:rPr lang="en-US" b="1" u="sng" dirty="0"/>
              <a:t>States of Matter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 1.1 Arrangements of particles ;</a:t>
            </a:r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sz="3000" b="1" u="sng" dirty="0"/>
              <a:t>Solid</a:t>
            </a:r>
            <a:endParaRPr lang="en-US" sz="3000" dirty="0"/>
          </a:p>
          <a:p>
            <a:r>
              <a:rPr lang="en-US" dirty="0"/>
              <a:t>Particles are arranged regularly, packed closely together.</a:t>
            </a:r>
          </a:p>
          <a:p>
            <a:r>
              <a:rPr lang="en-US" dirty="0"/>
              <a:t>Only vibrates in fixed positions.</a:t>
            </a:r>
          </a:p>
          <a:p>
            <a:r>
              <a:rPr lang="en-US" dirty="0"/>
              <a:t>Have strong attraction of force to keep the particles together.</a:t>
            </a:r>
          </a:p>
          <a:p>
            <a:r>
              <a:rPr lang="en-US" dirty="0"/>
              <a:t>The particles in a solid have less kinetic energy than liquid and gas.</a:t>
            </a:r>
            <a:br>
              <a:rPr lang="en-US" dirty="0"/>
            </a:b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12505D-77A7-78FC-695C-E77A7BAC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36BEE9-8858-7D44-DE60-9E1E3412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53B0DD-ACB9-C2B6-117C-6C90EB663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4" y="4062296"/>
            <a:ext cx="27241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9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5F0A9-5764-4DB4-8CAE-0F58B0728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32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Liquid</a:t>
            </a:r>
            <a:endParaRPr lang="en-US" b="0" dirty="0">
              <a:effectLst/>
            </a:endParaRPr>
          </a:p>
          <a:p>
            <a:r>
              <a:rPr lang="en-US" sz="2600" dirty="0"/>
              <a:t>The particles are mostly touching, but a small gap can be seen in between the particles.</a:t>
            </a:r>
            <a:endParaRPr lang="en-US" sz="2600" b="0" dirty="0">
              <a:effectLst/>
            </a:endParaRPr>
          </a:p>
          <a:p>
            <a:r>
              <a:rPr lang="en-US" sz="2600" dirty="0"/>
              <a:t>Therefore, liquids are less dense than solids. (</a:t>
            </a:r>
            <a:r>
              <a:rPr lang="en-US" sz="2600" b="1" dirty="0"/>
              <a:t>Less dense means that less mass packed into the same amount of space.</a:t>
            </a:r>
            <a:r>
              <a:rPr lang="en-US" sz="2600" dirty="0"/>
              <a:t>)</a:t>
            </a:r>
            <a:endParaRPr lang="en-US" sz="2600" b="0" dirty="0">
              <a:effectLst/>
            </a:endParaRPr>
          </a:p>
          <a:p>
            <a:r>
              <a:rPr lang="en-US" sz="2600" dirty="0"/>
              <a:t>Have less attraction of force in between the liquid particles.</a:t>
            </a:r>
            <a:endParaRPr lang="en-US" sz="2600" b="0" dirty="0">
              <a:effectLst/>
            </a:endParaRPr>
          </a:p>
          <a:p>
            <a:r>
              <a:rPr lang="en-US" sz="2600" dirty="0"/>
              <a:t>Particles can move around and also arranged randomly.</a:t>
            </a:r>
            <a:endParaRPr lang="en-US" sz="2600" b="0" dirty="0">
              <a:effectLst/>
            </a:endParaRPr>
          </a:p>
          <a:p>
            <a:r>
              <a:rPr lang="en-US" sz="2600" dirty="0"/>
              <a:t>The particles in a liquid have more kinetic energy than solid and less kinetic energy than gas.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BD8A3-AD45-BC70-BF56-841315EEE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B1E26-AB70-229E-17AF-8D0B2502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C028BF-D77E-185D-B31F-1591BF460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581" y="4420633"/>
            <a:ext cx="3438219" cy="193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6169-F024-B0A0-135C-1B04BEC96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084"/>
            <a:ext cx="10515600" cy="2743916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Gas</a:t>
            </a:r>
            <a:endParaRPr lang="en-US" b="0" dirty="0">
              <a:effectLst/>
            </a:endParaRPr>
          </a:p>
          <a:p>
            <a:r>
              <a:rPr lang="en-US" sz="2600" dirty="0"/>
              <a:t>Particles are moving rapidly.</a:t>
            </a:r>
            <a:endParaRPr lang="en-US" sz="2600" b="0" dirty="0">
              <a:effectLst/>
            </a:endParaRPr>
          </a:p>
          <a:p>
            <a:r>
              <a:rPr lang="en-US" sz="2600" dirty="0"/>
              <a:t>Particles are much further apart, no forces of attraction involve in between particles.</a:t>
            </a:r>
            <a:endParaRPr lang="en-US" sz="2600" b="0" dirty="0">
              <a:effectLst/>
            </a:endParaRPr>
          </a:p>
          <a:p>
            <a:r>
              <a:rPr lang="en-US" sz="2600" dirty="0"/>
              <a:t>The particles in a gas high kinetic energy than solid and liquid.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5009F-F034-5B7D-D6FE-A8C7179FE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81" y="2976716"/>
            <a:ext cx="7570838" cy="292778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E379D-29E2-8AC5-96D6-845FFF3D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EB898-D89D-2B5C-DD37-DF4FB321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4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F461-31F7-6AA0-5C2A-70449862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8E986-16D0-1B6A-588C-F98E4B37F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EAECC-2456-A9C6-6632-16929B34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Synapz - Unit 01 Principles of Chemistry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851D4-5BF6-58EF-B6E3-3AB979C7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43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213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Unit 01 Principles of Chemistry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Hansaka Kaveesh Wijesinghe</dc:creator>
  <cp:lastModifiedBy>Hansaka Kaveesh Wijesinghe</cp:lastModifiedBy>
  <cp:revision>2</cp:revision>
  <dcterms:created xsi:type="dcterms:W3CDTF">2026-01-13T01:19:53Z</dcterms:created>
  <dcterms:modified xsi:type="dcterms:W3CDTF">2026-01-13T02:06:14Z</dcterms:modified>
</cp:coreProperties>
</file>